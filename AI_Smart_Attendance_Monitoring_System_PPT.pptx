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5" r:id="rId2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1" r:id="rId1"/>
  </p:sldLayoutIdLst>
  <p:txStyles/>
  <p:clrMapOvr>
    <a:masterClrMapping/>
  </p:clrMapOvr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 standalone="yes"?>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/><p:sp><p:nvSpPr><p:cNvPr id="2" name="Title"/><p:cNvSpPr/><p:nvPr/></p:nvSpPr><p:spPr/><p:txBody><a:bodyPr/><a:lstStyle/><a:p><a:r><a:rPr lang="en-US" sz="3000" b="1"/><a:t>AI Smart Attendance Monitoring System</a:t></a:r></a:p><a:p><a:r><a:rPr lang="en-US" sz="2200"/><a:t>Facial recognition based attendance automation</a:t></a:r></p><a:p><a:r><a:rPr lang="en-US" sz="1800"/><a:t>Raj Aryan | B.Tech CSE</a:t></a:r></p></p:txBody></p:sp></p:spTree></p:cSld><p:clrMapOvr><a:masterClrMapping/></p:clrMapOvr>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</a:majorFont>
      <a:minorFont>
        <a:latin typeface="Aptos"/>
      </a:minorFont>
    </a:fontScheme>
    <a:fmtScheme name="Office">
      <a:fillStyleLst/>
      <a:lnStyleLst/>
      <a:effectStyleLst/>
      <a:bgFillStyleLst/>
    </a:fmtScheme>
  </a:themeElements>
</a:theme>
</file>