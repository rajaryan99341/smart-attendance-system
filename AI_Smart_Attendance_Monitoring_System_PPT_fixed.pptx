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Smart Attendance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Automated attendance using facial recognition</a:t>
            </a:r>
          </a:p>
          <a:p>
            <a:pPr>
              <a:defRPr sz="2400"/>
            </a:pPr>
            <a:r>
              <a:t>Raj Aryan | B.Tech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Manual attendance wastes time</a:t>
            </a:r>
          </a:p>
          <a:p>
            <a:pPr>
              <a:defRPr sz="2400"/>
            </a:pPr>
            <a:r>
              <a:t>Proxy attendance is possible</a:t>
            </a:r>
          </a:p>
          <a:p>
            <a:pPr>
              <a:defRPr sz="2400"/>
            </a:pPr>
            <a:r>
              <a:t>Our system identifies students through face recognition</a:t>
            </a:r>
          </a:p>
          <a:p>
            <a:pPr>
              <a:defRPr sz="2400"/>
            </a:pPr>
            <a:r>
              <a:t>Attendance is marked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Student registration</a:t>
            </a:r>
          </a:p>
          <a:p>
            <a:pPr>
              <a:defRPr sz="2400"/>
            </a:pPr>
            <a:r>
              <a:t>2. Face enrollment through webcam</a:t>
            </a:r>
          </a:p>
          <a:p>
            <a:pPr>
              <a:defRPr sz="2400"/>
            </a:pPr>
            <a:r>
              <a:t>3. Face descriptor generation</a:t>
            </a:r>
          </a:p>
          <a:p>
            <a:pPr>
              <a:defRPr sz="2400"/>
            </a:pPr>
            <a:r>
              <a:t>4. Face matching</a:t>
            </a:r>
          </a:p>
          <a:p>
            <a:pPr>
              <a:defRPr sz="2400"/>
            </a:pPr>
            <a:r>
              <a:t>5. Attendance recorded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HTML, CSS, JavaScript</a:t>
            </a:r>
          </a:p>
          <a:p>
            <a:pPr>
              <a:defRPr sz="2400"/>
            </a:pPr>
            <a:r>
              <a:t>face-api.js for face recognition</a:t>
            </a:r>
          </a:p>
          <a:p>
            <a:pPr>
              <a:defRPr sz="2400"/>
            </a:pPr>
            <a:r>
              <a:t>Node.js + Express.js</a:t>
            </a:r>
          </a:p>
          <a:p>
            <a:pPr>
              <a:defRPr sz="2400"/>
            </a:pPr>
            <a:r>
              <a:t>MongoDB</a:t>
            </a:r>
          </a:p>
          <a:p>
            <a:pPr>
              <a:defRPr sz="2400"/>
            </a:pPr>
            <a:r>
              <a:t>JWT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Dashboard, analytics and CSV reports</a:t>
            </a:r>
          </a:p>
          <a:p>
            <a:pPr>
              <a:defRPr sz="2400"/>
            </a:pPr>
            <a:r>
              <a:t>Student/class management</a:t>
            </a:r>
          </a:p>
          <a:p>
            <a:pPr>
              <a:defRPr sz="2400"/>
            </a:pPr>
            <a:r>
              <a:t>Duplicate attendance protection</a:t>
            </a:r>
          </a:p>
          <a:p>
            <a:pPr>
              <a:defRPr sz="2400"/>
            </a:pPr>
            <a:r>
              <a:t>Future: liveness detection, cloud database and mobile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